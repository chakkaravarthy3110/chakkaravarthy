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57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84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9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239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140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061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6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067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93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74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15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455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0024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464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25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539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5762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32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789D8BB-B765-4C25-8E67-998FA7FB591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E21769F-424D-4AD1-AC81-641382CEFC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1048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849FE-81E4-1800-0F4F-3FF4CAAF6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484" y="717937"/>
            <a:ext cx="9144000" cy="1641490"/>
          </a:xfrm>
        </p:spPr>
        <p:txBody>
          <a:bodyPr/>
          <a:lstStyle/>
          <a:p>
            <a:r>
              <a:rPr lang="en-US" sz="4800" dirty="0"/>
              <a:t>   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CBC6B-8A49-3DE9-83E2-D54806D1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2922" y="3429000"/>
            <a:ext cx="9144000" cy="75402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                                                                                                   </a:t>
            </a:r>
            <a:r>
              <a:rPr lang="en-US" dirty="0" err="1"/>
              <a:t>T.Chakkaravarthy</a:t>
            </a:r>
            <a:r>
              <a:rPr lang="en-US" dirty="0"/>
              <a:t> </a:t>
            </a:r>
          </a:p>
          <a:p>
            <a:r>
              <a:rPr lang="en-IN" dirty="0"/>
              <a:t>                                                                                                  I BCA 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66E58-5208-8B21-1E94-66FEF23A3B7B}"/>
              </a:ext>
            </a:extLst>
          </p:cNvPr>
          <p:cNvSpPr txBox="1"/>
          <p:nvPr/>
        </p:nvSpPr>
        <p:spPr>
          <a:xfrm>
            <a:off x="3539613" y="1304855"/>
            <a:ext cx="81706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RESPONSIVE  PHOTO  GALLERY</a:t>
            </a:r>
          </a:p>
        </p:txBody>
      </p:sp>
    </p:spTree>
    <p:extLst>
      <p:ext uri="{BB962C8B-B14F-4D97-AF65-F5344CB8AC3E}">
        <p14:creationId xmlns:p14="http://schemas.microsoft.com/office/powerpoint/2010/main" val="176463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F173-1687-EB04-0D04-2C83BEBE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25886-8BA0-8181-4E40-8A27D227F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Title:</a:t>
            </a:r>
            <a:r>
              <a:rPr lang="en-US" altLang="en-US" dirty="0">
                <a:latin typeface="Arial" panose="020B0604020202020204" pitchFamily="34" charset="0"/>
              </a:rPr>
              <a:t> Building a Basic Responsive Photo Gallery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Subtitle:</a:t>
            </a:r>
            <a:r>
              <a:rPr lang="en-US" altLang="en-US" dirty="0">
                <a:latin typeface="Arial" panose="020B0604020202020204" pitchFamily="34" charset="0"/>
              </a:rPr>
              <a:t> Clean Design with HTML &amp; CSS Grid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Presented by: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Samuvel.U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Objective:</a:t>
            </a:r>
            <a:r>
              <a:rPr lang="en-US" altLang="en-US" dirty="0">
                <a:latin typeface="Arial" panose="020B0604020202020204" pitchFamily="34" charset="0"/>
              </a:rPr>
              <a:t> Creating a gallery that looks great on phones, tablets, and desktops.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00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C00E-F1CE-D3E7-0663-210A2531C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dirty="0"/>
              <a:t>The Core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6C2AB-2CD1-EDB2-BF23-3D4420A17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Mobile-First Design:</a:t>
            </a:r>
            <a:r>
              <a:rPr lang="en-US" altLang="en-US" dirty="0">
                <a:latin typeface="Arial" panose="020B0604020202020204" pitchFamily="34" charset="0"/>
              </a:rPr>
              <a:t> Start with a single column for small screens.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The Power of CSS Grid:</a:t>
            </a:r>
            <a:r>
              <a:rPr lang="en-US" altLang="en-US" dirty="0">
                <a:latin typeface="Arial" panose="020B0604020202020204" pitchFamily="34" charset="0"/>
              </a:rPr>
              <a:t> Using </a:t>
            </a:r>
            <a:r>
              <a:rPr lang="en-US" altLang="en-US" dirty="0">
                <a:latin typeface="Arial Unicode MS"/>
              </a:rPr>
              <a:t>grid-template-columns</a:t>
            </a:r>
            <a:r>
              <a:rPr lang="en-US" altLang="en-US" dirty="0"/>
              <a:t> to automate layout.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Responsiveness:</a:t>
            </a:r>
            <a:r>
              <a:rPr lang="en-US" altLang="en-US" dirty="0">
                <a:latin typeface="Arial" panose="020B0604020202020204" pitchFamily="34" charset="0"/>
              </a:rPr>
              <a:t> No media queries required for basic scaling if using the </a:t>
            </a:r>
            <a:r>
              <a:rPr lang="en-US" altLang="en-US" dirty="0">
                <a:latin typeface="Arial Unicode MS"/>
              </a:rPr>
              <a:t>repeat(auto-fit, minmax(...))</a:t>
            </a:r>
            <a:r>
              <a:rPr lang="en-US" altLang="en-US" dirty="0"/>
              <a:t> function.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27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72015-8298-2324-FCB4-4D4A1B0D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HTML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08CBA-727E-3AB5-FA20-291ECFFA5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Container:</a:t>
            </a:r>
            <a:r>
              <a:rPr lang="en-US" altLang="en-US" dirty="0">
                <a:latin typeface="Arial" panose="020B0604020202020204" pitchFamily="34" charset="0"/>
              </a:rPr>
              <a:t> A </a:t>
            </a:r>
            <a:r>
              <a:rPr lang="en-US" altLang="en-US" dirty="0">
                <a:latin typeface="Arial Unicode MS"/>
              </a:rPr>
              <a:t>div</a:t>
            </a:r>
            <a:r>
              <a:rPr lang="en-US" altLang="en-US" dirty="0"/>
              <a:t> with a class like </a:t>
            </a:r>
            <a:r>
              <a:rPr lang="en-US" altLang="en-US" dirty="0">
                <a:latin typeface="Arial Unicode MS"/>
              </a:rPr>
              <a:t>.gallery-wrapper</a:t>
            </a:r>
            <a:r>
              <a:rPr lang="en-US" altLang="en-US" dirty="0"/>
              <a:t>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Items:</a:t>
            </a:r>
            <a:r>
              <a:rPr lang="en-US" altLang="en-US" dirty="0">
                <a:latin typeface="Arial" panose="020B0604020202020204" pitchFamily="34" charset="0"/>
              </a:rPr>
              <a:t> Individual </a:t>
            </a:r>
            <a:r>
              <a:rPr lang="en-US" altLang="en-US" dirty="0">
                <a:latin typeface="Arial Unicode MS"/>
              </a:rPr>
              <a:t>div</a:t>
            </a:r>
            <a:r>
              <a:rPr lang="en-US" altLang="en-US" dirty="0"/>
              <a:t> or </a:t>
            </a:r>
            <a:r>
              <a:rPr lang="en-US" altLang="en-US" dirty="0">
                <a:latin typeface="Arial Unicode MS"/>
              </a:rPr>
              <a:t>figure</a:t>
            </a:r>
            <a:r>
              <a:rPr lang="en-US" altLang="en-US" dirty="0"/>
              <a:t> tags for each image.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Accessibility:</a:t>
            </a:r>
            <a:r>
              <a:rPr lang="en-US" altLang="en-US" dirty="0">
                <a:latin typeface="Arial" panose="020B0604020202020204" pitchFamily="34" charset="0"/>
              </a:rPr>
              <a:t> Always include </a:t>
            </a:r>
            <a:r>
              <a:rPr lang="en-US" altLang="en-US" dirty="0">
                <a:latin typeface="Arial Unicode MS"/>
              </a:rPr>
              <a:t>alt</a:t>
            </a:r>
            <a:r>
              <a:rPr lang="en-US" altLang="en-US" dirty="0"/>
              <a:t> text for screen readers.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113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2A8F-DBAA-D21D-1C00-F3C8F625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C56E5-4E6E-32BF-30C3-1CAFB79B3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Flexibility:</a:t>
            </a:r>
            <a:r>
              <a:rPr lang="en-US" dirty="0"/>
              <a:t> Use width: 100% and object-fit: cover to prevent image distortion.</a:t>
            </a:r>
          </a:p>
          <a:p>
            <a:r>
              <a:rPr lang="en-US" b="1" dirty="0"/>
              <a:t>The "Magic" Line:</a:t>
            </a:r>
            <a:r>
              <a:rPr lang="en-US" dirty="0"/>
              <a:t> grid-template-columns: repeat(auto-fit, minmax(250px, 1fr));</a:t>
            </a:r>
          </a:p>
          <a:p>
            <a:r>
              <a:rPr lang="en-US" b="1" dirty="0"/>
              <a:t>Spacing:</a:t>
            </a:r>
            <a:r>
              <a:rPr lang="en-US" dirty="0"/>
              <a:t> Use the gap property for consistent gutters between photos.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107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5F98-5249-6334-4FE8-B2258B63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87364-A618-7233-F8B1-39F7D7765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format for faster loading.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Lazy Loading: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loading="lazy"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images.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Consider adding a "Lightbox" effect (pop-up) using JavaScript.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5924745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6</TotalTime>
  <Words>224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Unicode MS</vt:lpstr>
      <vt:lpstr>Corbel</vt:lpstr>
      <vt:lpstr>Depth</vt:lpstr>
      <vt:lpstr>   </vt:lpstr>
      <vt:lpstr>  </vt:lpstr>
      <vt:lpstr>The Core Concept</vt:lpstr>
      <vt:lpstr>The HTML Structure</vt:lpstr>
      <vt:lpstr>The CSS Logic</vt:lpstr>
      <vt:lpstr>Best Practices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 T</dc:creator>
  <cp:lastModifiedBy>chan T</cp:lastModifiedBy>
  <cp:revision>1</cp:revision>
  <dcterms:created xsi:type="dcterms:W3CDTF">2026-02-10T03:31:02Z</dcterms:created>
  <dcterms:modified xsi:type="dcterms:W3CDTF">2026-02-10T03:37:57Z</dcterms:modified>
</cp:coreProperties>
</file>