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1" r:id="rId3"/>
    <p:sldId id="259" r:id="rId4"/>
    <p:sldId id="260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9448B-E875-A42B-8196-B5CAC42EB939}" v="1" dt="2026-02-16T03:33:06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17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83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039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27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24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83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369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3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99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382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328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82EF-E9F7-33E4-DBE7-B4D18DCF2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Flex box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91AC3-464D-FCD8-2196-F5AFD39737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Front end web development</a:t>
            </a:r>
          </a:p>
        </p:txBody>
      </p:sp>
    </p:spTree>
    <p:extLst>
      <p:ext uri="{BB962C8B-B14F-4D97-AF65-F5344CB8AC3E}">
        <p14:creationId xmlns:p14="http://schemas.microsoft.com/office/powerpoint/2010/main" val="28029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8322-953F-DB6E-39F3-B1DF09C0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449DA-01F1-7953-BB1F-0269EE41D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Flexbox makes layout design easier by providing:</a:t>
            </a:r>
          </a:p>
          <a:p>
            <a:r>
              <a:rPr lang="en-US" dirty="0"/>
              <a:t>Simple horizontal and vertical alignment</a:t>
            </a:r>
          </a:p>
          <a:p>
            <a:r>
              <a:rPr lang="en-US" dirty="0"/>
              <a:t>Flexible spacing between elements</a:t>
            </a:r>
          </a:p>
          <a:p>
            <a:r>
              <a:rPr lang="en-US" dirty="0"/>
              <a:t>Responsive design support</a:t>
            </a:r>
          </a:p>
          <a:p>
            <a:r>
              <a:rPr lang="en-US" dirty="0"/>
              <a:t>Cleaner and shorter CSS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322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7F32-4D21-06CC-52AB-A70D440A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FLEX ITEM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DA076-CA22-A5CF-622B-03D5E4324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control individual item behavior:</a:t>
            </a:r>
          </a:p>
          <a:p>
            <a:r>
              <a:rPr lang="en-US" b="1" dirty="0"/>
              <a:t>flex-grow</a:t>
            </a:r>
            <a:r>
              <a:rPr lang="en-US" dirty="0"/>
              <a:t> → item expands to fill space</a:t>
            </a:r>
          </a:p>
          <a:p>
            <a:r>
              <a:rPr lang="en-US" b="1" dirty="0"/>
              <a:t>flex-shrink</a:t>
            </a:r>
            <a:r>
              <a:rPr lang="en-US" dirty="0"/>
              <a:t> → item shrinks if needed</a:t>
            </a:r>
          </a:p>
          <a:p>
            <a:r>
              <a:rPr lang="en-US" b="1" dirty="0"/>
              <a:t>flex-basis</a:t>
            </a:r>
            <a:r>
              <a:rPr lang="en-US" dirty="0"/>
              <a:t> → starting size</a:t>
            </a:r>
          </a:p>
          <a:p>
            <a:r>
              <a:rPr lang="en-US" b="1" dirty="0"/>
              <a:t>order</a:t>
            </a:r>
            <a:r>
              <a:rPr lang="en-US" dirty="0"/>
              <a:t> → changes item order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95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50EB-88E4-1095-621C-9A92E1EC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adVANTAGES</a:t>
            </a:r>
            <a:r>
              <a:rPr lang="en-IN" dirty="0"/>
              <a:t> OF FLEX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7376E-A01E-9131-1B99-CC55757F2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✔ Easy alignment</a:t>
            </a:r>
            <a:br>
              <a:rPr lang="en-US" dirty="0"/>
            </a:br>
            <a:r>
              <a:rPr lang="en-US" dirty="0"/>
              <a:t>✔ Responsive layouts</a:t>
            </a:r>
            <a:br>
              <a:rPr lang="en-US" dirty="0"/>
            </a:br>
            <a:r>
              <a:rPr lang="en-US" dirty="0"/>
              <a:t>✔ Less complex code</a:t>
            </a:r>
            <a:br>
              <a:rPr lang="en-US" dirty="0"/>
            </a:br>
            <a:r>
              <a:rPr lang="en-US" dirty="0"/>
              <a:t>✔ Better spacing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90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8E51-3B33-A65D-9301-6AC1195F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C51FAF-9A84-B652-65B6-B90DDEBB4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762" y="2011363"/>
            <a:ext cx="7478888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29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A00C-4B20-66DD-A2E8-680A36832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96E227-6AAD-4B4E-099E-83D1AD18A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762" y="2011363"/>
            <a:ext cx="7478888" cy="420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65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5</TotalTime>
  <Words>88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Corbel</vt:lpstr>
      <vt:lpstr>Wingdings</vt:lpstr>
      <vt:lpstr>Banded</vt:lpstr>
      <vt:lpstr>Flex box</vt:lpstr>
      <vt:lpstr>Why use flexbox</vt:lpstr>
      <vt:lpstr>FLEX ITEM PROPERTIES</vt:lpstr>
      <vt:lpstr>adVANTAGES OF FLEX BOX</vt:lpstr>
      <vt:lpstr>code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Kirthik 18</dc:creator>
  <cp:lastModifiedBy>chan T</cp:lastModifiedBy>
  <cp:revision>4</cp:revision>
  <dcterms:created xsi:type="dcterms:W3CDTF">2026-02-13T06:39:32Z</dcterms:created>
  <dcterms:modified xsi:type="dcterms:W3CDTF">2026-02-16T05:36:21Z</dcterms:modified>
</cp:coreProperties>
</file>