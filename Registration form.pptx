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 T" userId="52423fe4b0e82920" providerId="LiveId" clId="{ABB161E1-5AEC-4068-8677-265C9D04252F}"/>
    <pc:docChg chg="modSld">
      <pc:chgData name="chan T" userId="52423fe4b0e82920" providerId="LiveId" clId="{ABB161E1-5AEC-4068-8677-265C9D04252F}" dt="2026-02-09T05:52:41.087" v="4" actId="121"/>
      <pc:docMkLst>
        <pc:docMk/>
      </pc:docMkLst>
      <pc:sldChg chg="modSp mod">
        <pc:chgData name="chan T" userId="52423fe4b0e82920" providerId="LiveId" clId="{ABB161E1-5AEC-4068-8677-265C9D04252F}" dt="2026-02-09T05:52:41.087" v="4" actId="121"/>
        <pc:sldMkLst>
          <pc:docMk/>
          <pc:sldMk cId="3840264306" sldId="256"/>
        </pc:sldMkLst>
        <pc:spChg chg="mod">
          <ac:chgData name="chan T" userId="52423fe4b0e82920" providerId="LiveId" clId="{ABB161E1-5AEC-4068-8677-265C9D04252F}" dt="2026-02-09T05:52:41.087" v="4" actId="121"/>
          <ac:spMkLst>
            <pc:docMk/>
            <pc:sldMk cId="3840264306" sldId="256"/>
            <ac:spMk id="2" creationId="{012BCF94-A1ED-0FE2-C7DA-234CEBE02C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86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03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6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955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13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72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9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0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31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404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6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63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49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381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31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7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3B65DC-5DDE-4022-972A-9BBBBFB0314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85993FE-E8E9-445A-B71A-44B0DF66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37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CF94-A1ED-0FE2-C7DA-234CEBE02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Main Title:</a:t>
            </a:r>
            <a:r>
              <a:rPr lang="en-US" sz="3200" dirty="0"/>
              <a:t> Building an Efficient User Registration Form </a:t>
            </a:r>
            <a:r>
              <a:rPr lang="en-US" sz="3200" b="1" dirty="0"/>
              <a:t>Subtitle:</a:t>
            </a:r>
            <a:r>
              <a:rPr lang="en-US" sz="3200" dirty="0"/>
              <a:t> Best Practices for UX and Data Collection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b="1" dirty="0"/>
              <a:t>Presented by:</a:t>
            </a:r>
            <a:r>
              <a:rPr lang="en-US" sz="3200" dirty="0"/>
              <a:t> [</a:t>
            </a:r>
            <a:r>
              <a:rPr lang="en-US" sz="3200" dirty="0" err="1"/>
              <a:t>chakkaravarthy.T</a:t>
            </a:r>
            <a:r>
              <a:rPr lang="en-US" sz="3200" dirty="0"/>
              <a:t>]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94007-ED39-2DA9-DC69-3E3B2C3012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26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9B51-C1B6-DC83-1F9C-243BD0A7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 &amp;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9BBE-6E54-BA1C-5467-8634FB0C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Goal:</a:t>
            </a:r>
            <a:r>
              <a:rPr lang="en-US" dirty="0"/>
              <a:t> To convert visitors into registered users with minimal friction.</a:t>
            </a:r>
          </a:p>
          <a:p>
            <a:r>
              <a:rPr lang="en-US" b="1" dirty="0"/>
              <a:t>User Identity:</a:t>
            </a:r>
            <a:r>
              <a:rPr lang="en-US" dirty="0"/>
              <a:t> Establishing a unique profile (Username/Email).</a:t>
            </a:r>
          </a:p>
          <a:p>
            <a:r>
              <a:rPr lang="en-US" b="1" dirty="0"/>
              <a:t>Security:</a:t>
            </a:r>
            <a:r>
              <a:rPr lang="en-US" dirty="0"/>
              <a:t> Implementing robust password requirements and verification.</a:t>
            </a:r>
          </a:p>
          <a:p>
            <a:r>
              <a:rPr lang="en-US" b="1" dirty="0"/>
              <a:t>Personalization:</a:t>
            </a:r>
            <a:r>
              <a:rPr lang="en-US" dirty="0"/>
              <a:t> Collecting data to tailor the user experience.</a:t>
            </a:r>
          </a:p>
          <a:p>
            <a:r>
              <a:rPr lang="en-US" b="1" dirty="0"/>
              <a:t>Communication:</a:t>
            </a:r>
            <a:r>
              <a:rPr lang="en-US" dirty="0"/>
              <a:t> Gaining consent for newsletters or system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993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FEE5-46D5-BAC5-67CA-C9AA6F50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Essential Form Fields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20A557B3-BBB3-B2F8-717E-9340B4BDA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3" y="2826010"/>
            <a:ext cx="10018712" cy="280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0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415C-EF08-F4A2-5268-7F7269CE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UX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DDFB1-684D-8992-B130-75AA78D3C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Inline Validation:</a:t>
            </a:r>
            <a:r>
              <a:rPr lang="en-US" dirty="0"/>
              <a:t> Show errors (e.g., "Invalid email") immediately, not after the user hits submit.</a:t>
            </a:r>
          </a:p>
          <a:p>
            <a:r>
              <a:rPr lang="en-US" b="1" dirty="0"/>
              <a:t>Clear Labels:</a:t>
            </a:r>
            <a:r>
              <a:rPr lang="en-US" dirty="0"/>
              <a:t> Keep labels visible; don't rely solely on placeholder text inside the box.</a:t>
            </a:r>
          </a:p>
          <a:p>
            <a:r>
              <a:rPr lang="en-US" b="1" dirty="0"/>
              <a:t>Single Column Layout:</a:t>
            </a:r>
            <a:r>
              <a:rPr lang="en-US" dirty="0"/>
              <a:t> Easier for the eye to follow and better for mobile responsiveness.</a:t>
            </a:r>
          </a:p>
          <a:p>
            <a:r>
              <a:rPr lang="en-US" b="1" dirty="0"/>
              <a:t>Strong CTA:</a:t>
            </a:r>
            <a:r>
              <a:rPr lang="en-US" dirty="0"/>
              <a:t> Use a button that stands out (e.g., "Create Account" instead of just "Submit").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32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C058-F5E0-3375-4B37-4FCA34FF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639EC-4ABF-3A25-6462-D065886AC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What happens after clicking "Register"?</a:t>
            </a:r>
            <a:endParaRPr lang="en-US" dirty="0"/>
          </a:p>
          <a:p>
            <a:r>
              <a:rPr lang="en-US" b="1" dirty="0"/>
              <a:t>Client-Side Check:</a:t>
            </a:r>
            <a:r>
              <a:rPr lang="en-US" dirty="0"/>
              <a:t> Ensure no fields are empty and the email format is correct.</a:t>
            </a:r>
          </a:p>
          <a:p>
            <a:r>
              <a:rPr lang="en-US" b="1" dirty="0"/>
              <a:t>Server-Side Processing:</a:t>
            </a:r>
            <a:r>
              <a:rPr lang="en-US" dirty="0"/>
              <a:t> Securely hash the password (never store in plain text).</a:t>
            </a:r>
          </a:p>
          <a:p>
            <a:r>
              <a:rPr lang="en-US" b="1" dirty="0"/>
              <a:t>Database Entry:</a:t>
            </a:r>
            <a:r>
              <a:rPr lang="en-US" dirty="0"/>
              <a:t> Save the user data to the users table.</a:t>
            </a:r>
          </a:p>
          <a:p>
            <a:r>
              <a:rPr lang="en-US" b="1" dirty="0"/>
              <a:t>Confirmation:</a:t>
            </a:r>
            <a:r>
              <a:rPr lang="en-US" dirty="0"/>
              <a:t> Send a verification email and redirect the user to a "Welcome" page.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809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</TotalTime>
  <Words>240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Main Title: Building an Efficient User Registration Form Subtitle: Best Practices for UX and Data Collection   Presented by: [chakkaravarthy.T]</vt:lpstr>
      <vt:lpstr>Purpose &amp; Objectives</vt:lpstr>
      <vt:lpstr>Essential Form Fields</vt:lpstr>
      <vt:lpstr>Key UX Best Practices</vt:lpstr>
      <vt:lpstr>Technical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T</dc:creator>
  <cp:lastModifiedBy>chan T</cp:lastModifiedBy>
  <cp:revision>1</cp:revision>
  <dcterms:created xsi:type="dcterms:W3CDTF">2026-02-09T05:40:10Z</dcterms:created>
  <dcterms:modified xsi:type="dcterms:W3CDTF">2026-02-09T05:52:49Z</dcterms:modified>
</cp:coreProperties>
</file>