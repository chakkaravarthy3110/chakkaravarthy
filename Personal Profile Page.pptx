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ptx" ContentType="application/vnd.openxmlformats-officedocument.presentationml.presentation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62" r:id="rId3"/>
    <p:sldId id="258" r:id="rId4"/>
    <p:sldId id="263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967FB1-05C9-4389-94E8-F6A909A31550}" v="1" dt="2026-02-09T05:37:07.6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 T" userId="52423fe4b0e82920" providerId="LiveId" clId="{ABB161E1-5AEC-4068-8677-265C9D04252F}"/>
    <pc:docChg chg="modSld">
      <pc:chgData name="chan T" userId="52423fe4b0e82920" providerId="LiveId" clId="{ABB161E1-5AEC-4068-8677-265C9D04252F}" dt="2026-02-09T05:37:07.681" v="89"/>
      <pc:docMkLst>
        <pc:docMk/>
      </pc:docMkLst>
      <pc:sldChg chg="modSp">
        <pc:chgData name="chan T" userId="52423fe4b0e82920" providerId="LiveId" clId="{ABB161E1-5AEC-4068-8677-265C9D04252F}" dt="2026-02-09T05:37:07.681" v="89"/>
        <pc:sldMkLst>
          <pc:docMk/>
          <pc:sldMk cId="3630626259" sldId="257"/>
        </pc:sldMkLst>
        <pc:spChg chg="mod">
          <ac:chgData name="chan T" userId="52423fe4b0e82920" providerId="LiveId" clId="{ABB161E1-5AEC-4068-8677-265C9D04252F}" dt="2026-02-09T05:37:07.681" v="89"/>
          <ac:spMkLst>
            <pc:docMk/>
            <pc:sldMk cId="3630626259" sldId="257"/>
            <ac:spMk id="2" creationId="{23B0349C-EF3A-96E4-F599-2EC4B93C2C6A}"/>
          </ac:spMkLst>
        </pc:spChg>
        <pc:graphicFrameChg chg="mod">
          <ac:chgData name="chan T" userId="52423fe4b0e82920" providerId="LiveId" clId="{ABB161E1-5AEC-4068-8677-265C9D04252F}" dt="2026-02-09T05:37:07.681" v="89"/>
          <ac:graphicFrameMkLst>
            <pc:docMk/>
            <pc:sldMk cId="3630626259" sldId="257"/>
            <ac:graphicFrameMk id="7" creationId="{36844B2A-8EEF-202B-D29C-B84704F030CE}"/>
          </ac:graphicFrameMkLst>
        </pc:graphicFrameChg>
      </pc:sldChg>
      <pc:sldChg chg="modSp">
        <pc:chgData name="chan T" userId="52423fe4b0e82920" providerId="LiveId" clId="{ABB161E1-5AEC-4068-8677-265C9D04252F}" dt="2026-02-09T05:37:07.681" v="89"/>
        <pc:sldMkLst>
          <pc:docMk/>
          <pc:sldMk cId="543470552" sldId="258"/>
        </pc:sldMkLst>
        <pc:spChg chg="mod">
          <ac:chgData name="chan T" userId="52423fe4b0e82920" providerId="LiveId" clId="{ABB161E1-5AEC-4068-8677-265C9D04252F}" dt="2026-02-09T05:37:07.681" v="89"/>
          <ac:spMkLst>
            <pc:docMk/>
            <pc:sldMk cId="543470552" sldId="258"/>
            <ac:spMk id="2" creationId="{F91BA0F9-E9C0-2AAF-61DC-A364EAA73AF8}"/>
          </ac:spMkLst>
        </pc:spChg>
        <pc:spChg chg="mod">
          <ac:chgData name="chan T" userId="52423fe4b0e82920" providerId="LiveId" clId="{ABB161E1-5AEC-4068-8677-265C9D04252F}" dt="2026-02-09T05:37:07.681" v="89"/>
          <ac:spMkLst>
            <pc:docMk/>
            <pc:sldMk cId="543470552" sldId="258"/>
            <ac:spMk id="3" creationId="{1751AFAC-5E12-27FF-00E4-CA5BE4008F77}"/>
          </ac:spMkLst>
        </pc:spChg>
      </pc:sldChg>
      <pc:sldChg chg="modSp">
        <pc:chgData name="chan T" userId="52423fe4b0e82920" providerId="LiveId" clId="{ABB161E1-5AEC-4068-8677-265C9D04252F}" dt="2026-02-09T05:37:07.681" v="89"/>
        <pc:sldMkLst>
          <pc:docMk/>
          <pc:sldMk cId="1133243791" sldId="260"/>
        </pc:sldMkLst>
        <pc:spChg chg="mod">
          <ac:chgData name="chan T" userId="52423fe4b0e82920" providerId="LiveId" clId="{ABB161E1-5AEC-4068-8677-265C9D04252F}" dt="2026-02-09T05:37:07.681" v="89"/>
          <ac:spMkLst>
            <pc:docMk/>
            <pc:sldMk cId="1133243791" sldId="260"/>
            <ac:spMk id="2" creationId="{4150F980-3B33-A635-7BF3-5B4AAC60FD4E}"/>
          </ac:spMkLst>
        </pc:spChg>
        <pc:spChg chg="mod">
          <ac:chgData name="chan T" userId="52423fe4b0e82920" providerId="LiveId" clId="{ABB161E1-5AEC-4068-8677-265C9D04252F}" dt="2026-02-09T05:37:07.681" v="89"/>
          <ac:spMkLst>
            <pc:docMk/>
            <pc:sldMk cId="1133243791" sldId="260"/>
            <ac:spMk id="3" creationId="{DB19C450-5DC4-1928-B9FF-77BDF8D47F9F}"/>
          </ac:spMkLst>
        </pc:spChg>
      </pc:sldChg>
      <pc:sldChg chg="modSp mod">
        <pc:chgData name="chan T" userId="52423fe4b0e82920" providerId="LiveId" clId="{ABB161E1-5AEC-4068-8677-265C9D04252F}" dt="2026-02-09T05:37:07.681" v="89"/>
        <pc:sldMkLst>
          <pc:docMk/>
          <pc:sldMk cId="1397372129" sldId="262"/>
        </pc:sldMkLst>
        <pc:spChg chg="mod">
          <ac:chgData name="chan T" userId="52423fe4b0e82920" providerId="LiveId" clId="{ABB161E1-5AEC-4068-8677-265C9D04252F}" dt="2026-02-09T05:37:07.681" v="89"/>
          <ac:spMkLst>
            <pc:docMk/>
            <pc:sldMk cId="1397372129" sldId="262"/>
            <ac:spMk id="2" creationId="{195E9EBE-3392-CB30-D8A9-B0D3B5C1D9D7}"/>
          </ac:spMkLst>
        </pc:spChg>
        <pc:spChg chg="mod">
          <ac:chgData name="chan T" userId="52423fe4b0e82920" providerId="LiveId" clId="{ABB161E1-5AEC-4068-8677-265C9D04252F}" dt="2026-02-09T05:37:07.681" v="89"/>
          <ac:spMkLst>
            <pc:docMk/>
            <pc:sldMk cId="1397372129" sldId="262"/>
            <ac:spMk id="3" creationId="{970B0116-4BED-BF7F-CE33-403206885A68}"/>
          </ac:spMkLst>
        </pc:spChg>
      </pc:sldChg>
      <pc:sldChg chg="modSp">
        <pc:chgData name="chan T" userId="52423fe4b0e82920" providerId="LiveId" clId="{ABB161E1-5AEC-4068-8677-265C9D04252F}" dt="2026-02-09T05:37:07.681" v="89"/>
        <pc:sldMkLst>
          <pc:docMk/>
          <pc:sldMk cId="202146261" sldId="263"/>
        </pc:sldMkLst>
        <pc:spChg chg="mod">
          <ac:chgData name="chan T" userId="52423fe4b0e82920" providerId="LiveId" clId="{ABB161E1-5AEC-4068-8677-265C9D04252F}" dt="2026-02-09T05:37:07.681" v="89"/>
          <ac:spMkLst>
            <pc:docMk/>
            <pc:sldMk cId="202146261" sldId="263"/>
            <ac:spMk id="2" creationId="{218DD51C-C28D-5711-8E37-3231760DC43F}"/>
          </ac:spMkLst>
        </pc:spChg>
        <pc:spChg chg="mod">
          <ac:chgData name="chan T" userId="52423fe4b0e82920" providerId="LiveId" clId="{ABB161E1-5AEC-4068-8677-265C9D04252F}" dt="2026-02-09T05:37:07.681" v="89"/>
          <ac:spMkLst>
            <pc:docMk/>
            <pc:sldMk cId="202146261" sldId="263"/>
            <ac:spMk id="3" creationId="{9F2B65C4-4312-7B86-BBE5-96290580002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6CAA-F5FD-458F-942D-C311D370238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24DCAAB-91AB-4ED6-9190-FA7F418926B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633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6CAA-F5FD-458F-942D-C311D370238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CAAB-91AB-4ED6-9190-FA7F418926B4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7463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6CAA-F5FD-458F-942D-C311D370238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CAAB-91AB-4ED6-9190-FA7F418926B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6547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6CAA-F5FD-458F-942D-C311D370238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CAAB-91AB-4ED6-9190-FA7F418926B4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657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6CAA-F5FD-458F-942D-C311D370238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CAAB-91AB-4ED6-9190-FA7F418926B4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795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6CAA-F5FD-458F-942D-C311D370238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CAAB-91AB-4ED6-9190-FA7F418926B4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312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6CAA-F5FD-458F-942D-C311D370238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CAAB-91AB-4ED6-9190-FA7F418926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064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6CAA-F5FD-458F-942D-C311D370238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CAAB-91AB-4ED6-9190-FA7F418926B4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376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9606CAA-F5FD-458F-942D-C311D370238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CAAB-91AB-4ED6-9190-FA7F418926B4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9164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6CAA-F5FD-458F-942D-C311D370238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CAAB-91AB-4ED6-9190-FA7F418926B4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7166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6CAA-F5FD-458F-942D-C311D370238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CAAB-91AB-4ED6-9190-FA7F418926B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049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06CAA-F5FD-458F-942D-C311D370238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24DCAAB-91AB-4ED6-9190-FA7F418926B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736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PowerPoint_Presentation.pptx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0349C-EF3A-96E4-F599-2EC4B93C2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7" name="Content Placeholder 6">
            <a:hlinkClick r:id="" action="ppaction://ole?verb=0"/>
            <a:extLst>
              <a:ext uri="{FF2B5EF4-FFF2-40B4-BE49-F238E27FC236}">
                <a16:creationId xmlns:a16="http://schemas.microsoft.com/office/drawing/2014/main" id="{36844B2A-8EEF-202B-D29C-B84704F030CE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5766567"/>
              </p:ext>
            </p:extLst>
          </p:nvPr>
        </p:nvGraphicFramePr>
        <p:xfrm>
          <a:off x="2308225" y="879475"/>
          <a:ext cx="7151688" cy="402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6096296" imgH="3429229" progId="PowerPoint.Show.12">
                  <p:embed/>
                </p:oleObj>
              </mc:Choice>
              <mc:Fallback>
                <p:oleObj name="Presentation" r:id="rId2" imgW="6096296" imgH="3429229" progId="PowerPoint.Show.12">
                  <p:embed/>
                  <p:pic>
                    <p:nvPicPr>
                      <p:cNvPr id="7" name="Content Placeholder 6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36844B2A-8EEF-202B-D29C-B84704F030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08225" y="879475"/>
                        <a:ext cx="7151688" cy="4022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30626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E9EBE-3392-CB30-D8A9-B0D3B5C1D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B0116-4BED-BF7F-CE33-403206885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Currently pursuing a </a:t>
            </a:r>
            <a:r>
              <a:rPr lang="en-US" b="1" dirty="0"/>
              <a:t>Bachelor of Computer Applications (BCA)</a:t>
            </a:r>
            <a:r>
              <a:rPr lang="en-US" dirty="0"/>
              <a:t>.</a:t>
            </a:r>
          </a:p>
          <a:p>
            <a:r>
              <a:rPr lang="en-US" dirty="0"/>
              <a:t>Studying at the </a:t>
            </a:r>
            <a:r>
              <a:rPr lang="en-US" b="1" dirty="0" err="1"/>
              <a:t>FacePrep</a:t>
            </a:r>
            <a:r>
              <a:rPr lang="en-US" b="1" dirty="0"/>
              <a:t> Campus, Kamaraj College</a:t>
            </a:r>
            <a:r>
              <a:rPr lang="en-US" dirty="0"/>
              <a:t>.</a:t>
            </a:r>
          </a:p>
          <a:p>
            <a:r>
              <a:rPr lang="en-US" b="1" dirty="0"/>
              <a:t>Career Goal:</a:t>
            </a:r>
            <a:r>
              <a:rPr lang="en-US" dirty="0"/>
              <a:t> Become a IT guy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737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BA0F9-E9C0-2AAF-61DC-A364EAA73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Technical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1AFAC-5E12-27FF-00E4-CA5BE4008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Skills &amp; Expertise</a:t>
            </a:r>
          </a:p>
          <a:p>
            <a:r>
              <a:rPr lang="en-IN" b="1" dirty="0"/>
              <a:t>Programming:</a:t>
            </a:r>
            <a:r>
              <a:rPr lang="en-IN" dirty="0"/>
              <a:t> Python &amp; Java</a:t>
            </a:r>
          </a:p>
          <a:p>
            <a:r>
              <a:rPr lang="en-IN" b="1" dirty="0"/>
              <a:t>Design:</a:t>
            </a:r>
            <a:r>
              <a:rPr lang="en-IN" dirty="0"/>
              <a:t> UI/UX Design</a:t>
            </a:r>
          </a:p>
          <a:p>
            <a:r>
              <a:rPr lang="en-US" b="1" dirty="0"/>
              <a:t>Web Development:</a:t>
            </a:r>
            <a:r>
              <a:rPr lang="en-US" dirty="0"/>
              <a:t> Front End Development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3470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DD51C-C28D-5711-8E37-3231760DC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Projects &amp; Platforms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B65C4-4312-7B86-BBE5-962905800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Professional Presence</a:t>
            </a:r>
          </a:p>
          <a:p>
            <a:r>
              <a:rPr lang="en-US" b="1" dirty="0"/>
              <a:t>Problem Solving:</a:t>
            </a:r>
            <a:r>
              <a:rPr lang="en-US" dirty="0"/>
              <a:t> Active on </a:t>
            </a:r>
            <a:r>
              <a:rPr lang="en-US" b="1" dirty="0" err="1"/>
              <a:t>HackerRank</a:t>
            </a:r>
            <a:endParaRPr lang="en-US" b="1" dirty="0"/>
          </a:p>
          <a:p>
            <a:r>
              <a:rPr lang="en-US" b="1" dirty="0"/>
              <a:t>Networking:</a:t>
            </a:r>
            <a:r>
              <a:rPr lang="en-US" dirty="0"/>
              <a:t> Professional profile maintained on </a:t>
            </a:r>
            <a:r>
              <a:rPr lang="en-US" b="1" dirty="0"/>
              <a:t>LinkedIn</a:t>
            </a:r>
            <a:r>
              <a:rPr lang="en-US" dirty="0"/>
              <a:t>.</a:t>
            </a:r>
          </a:p>
          <a:p>
            <a:r>
              <a:rPr lang="en-US" b="1" dirty="0"/>
              <a:t>Project Work:</a:t>
            </a:r>
            <a:r>
              <a:rPr lang="en-US" dirty="0"/>
              <a:t> Experience in building web-based projects and debugging code.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146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0F980-3B33-A635-7BF3-5B4AAC60F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Contact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9C450-5DC4-1928-B9FF-77BDF8D47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Email:chakkaravarthy3110@gamil.com</a:t>
            </a:r>
            <a:endParaRPr lang="en-IN" dirty="0"/>
          </a:p>
          <a:p>
            <a:r>
              <a:rPr lang="en-IN" b="1" dirty="0"/>
              <a:t>Phone:</a:t>
            </a:r>
            <a:r>
              <a:rPr lang="en-IN" dirty="0"/>
              <a:t> +917448855032</a:t>
            </a:r>
          </a:p>
          <a:p>
            <a:r>
              <a:rPr lang="en-IN" dirty="0"/>
              <a:t>LinkedIn: [T chakkaravarthy]</a:t>
            </a:r>
          </a:p>
          <a:p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24D28C3-D8B0-4201-3F3D-09102A36F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Phone: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+91 1234567890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24379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</TotalTime>
  <Words>107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Gill Sans MT</vt:lpstr>
      <vt:lpstr>Gallery</vt:lpstr>
      <vt:lpstr>Presentation</vt:lpstr>
      <vt:lpstr>  </vt:lpstr>
      <vt:lpstr>About Me</vt:lpstr>
      <vt:lpstr>Technical Skills</vt:lpstr>
      <vt:lpstr>Projects &amp; Platforms</vt:lpstr>
      <vt:lpstr>Contact 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 T</dc:creator>
  <cp:lastModifiedBy>chan T</cp:lastModifiedBy>
  <cp:revision>1</cp:revision>
  <dcterms:created xsi:type="dcterms:W3CDTF">2026-02-09T05:22:20Z</dcterms:created>
  <dcterms:modified xsi:type="dcterms:W3CDTF">2026-02-09T05:37:10Z</dcterms:modified>
</cp:coreProperties>
</file>